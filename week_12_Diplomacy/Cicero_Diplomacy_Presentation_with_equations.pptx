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0"/>
    <p:restoredTop sz="94731"/>
  </p:normalViewPr>
  <p:slideViewPr>
    <p:cSldViewPr snapToGrid="0" snapToObjects="1">
      <p:cViewPr>
        <p:scale>
          <a:sx n="252" d="100"/>
          <a:sy n="252" d="100"/>
        </p:scale>
        <p:origin x="-1016" y="-3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66C8B-2AD5-3041-A35A-6B6E1E561DC8}" type="datetimeFigureOut">
              <a:rPr lang="en-GB" smtClean="0"/>
              <a:t>10/09/2025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5F733-C4CA-5E48-9B4D-C7CF8415C2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059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5F733-C4CA-5E48-9B4D-C7CF8415C2F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09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Human-level play in Diplomacy by combining language models with strategic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the paper by Meta AI (Science, 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has mastered games like Chess, Go, and Poker.</a:t>
            </a:r>
          </a:p>
          <a:p>
            <a:r>
              <a:t>Diplomacy poses a unique challenge: it requires cooperation, negotiation, and natural language.</a:t>
            </a:r>
          </a:p>
          <a:p>
            <a:r>
              <a:t>Cicero: the first AI achieving human-level performance in Diplomacy.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agents must understand beliefs, goals, and intentions of partners.</a:t>
            </a:r>
          </a:p>
          <a:p>
            <a:r>
              <a:t>Need to negotiate and coordinate joint plans via natural language.</a:t>
            </a:r>
          </a:p>
          <a:p>
            <a:r>
              <a:t>Diplomacy is a benchmark for cooperative and competitive multi-agent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Game of Diplomacy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players compete for control of supply centers on a map of Europe.</a:t>
            </a:r>
          </a:p>
          <a:p>
            <a:r>
              <a:t>Victory: control majority of supply centers, or draw with shared control.</a:t>
            </a:r>
          </a:p>
          <a:p>
            <a:r>
              <a:t>Unique: Private negotiations, simultaneous moves, non-binding agreements.</a:t>
            </a:r>
          </a:p>
          <a:p>
            <a:r>
              <a:t>Trust and deception play crucial roles.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Cicero: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Combines strategic reasoning with controllable natural language dialogue.</a:t>
            </a:r>
          </a:p>
          <a:p>
            <a:r>
              <a:rPr dirty="0"/>
              <a:t>Dialogue model: pretrained + fine-tuned on human Diplomacy games</a:t>
            </a:r>
            <a:r>
              <a:rPr lang="es-ES" dirty="0"/>
              <a:t>+</a:t>
            </a:r>
            <a:r>
              <a:rPr lang="es-ES" dirty="0" err="1"/>
              <a:t>intent</a:t>
            </a:r>
            <a:r>
              <a:rPr lang="es-ES" dirty="0"/>
              <a:t> </a:t>
            </a:r>
            <a:r>
              <a:rPr lang="es-ES" dirty="0" err="1"/>
              <a:t>dependent</a:t>
            </a:r>
            <a:endParaRPr dirty="0"/>
          </a:p>
          <a:p>
            <a:r>
              <a:rPr dirty="0"/>
              <a:t>Strategic reasoning: reinforcement learning + planning with human-anchored policies.</a:t>
            </a:r>
          </a:p>
          <a:p>
            <a:r>
              <a:rPr dirty="0"/>
              <a:t>Filtering module ensures coherence and avoids nonsensical or inconsistent messages.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Dialogue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on a large pretrained language model (R2C2, 2.7B params).</a:t>
            </a:r>
          </a:p>
          <a:p>
            <a:r>
              <a:t>Trained on 40k Diplomacy games with 12.9M messages.</a:t>
            </a:r>
          </a:p>
          <a:p>
            <a:r>
              <a:t>Conditioned on intents (planned actions) for controllability.</a:t>
            </a:r>
          </a:p>
          <a:p>
            <a:r>
              <a:t>Ensures dialogue aligns with both strategy and game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Predicts opponents’ policies based on state + dialogue.</a:t>
            </a:r>
          </a:p>
          <a:p>
            <a:r>
              <a:rPr dirty="0"/>
              <a:t>Uses </a:t>
            </a:r>
            <a:r>
              <a:rPr dirty="0" err="1"/>
              <a:t>piKL</a:t>
            </a:r>
            <a:r>
              <a:rPr dirty="0"/>
              <a:t> algorithm (KL-regularized planning) anchored to human behavior.</a:t>
            </a:r>
          </a:p>
          <a:p>
            <a:r>
              <a:rPr dirty="0"/>
              <a:t>Plans optimal actions while remaining human-compatible.</a:t>
            </a:r>
          </a:p>
          <a:p>
            <a:r>
              <a:rPr dirty="0"/>
              <a:t>Dialogue-conditional reasoning adapts strategy during negotiations.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filters for quality and consistency.</a:t>
            </a:r>
          </a:p>
          <a:p>
            <a:r>
              <a:t>Removes nonsensical, off-topic, or contradictory messages.</a:t>
            </a:r>
          </a:p>
          <a:p>
            <a:r>
              <a:t>Ensures alignment with intents and avoids harmful/toxic content.</a:t>
            </a:r>
          </a:p>
          <a:p>
            <a:r>
              <a:t>Value-based filtering prevents revealing exploitable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Cicero played 40 anonymous online games of Diplomacy.</a:t>
            </a:r>
          </a:p>
          <a:p>
            <a:r>
              <a:t>Achieved &gt;2x average human score (25.8% vs 12.4%).</a:t>
            </a:r>
          </a:p>
          <a:p>
            <a:r>
              <a:t>Ranked top 10% overall and 1st in an 8-game tournament.</a:t>
            </a:r>
          </a:p>
          <a:p>
            <a:r>
              <a:t>Passed as a human player: opponents did not suspect an 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Cicero demonstrates human-level AI in cooperative + competitive dialogue games.</a:t>
            </a:r>
          </a:p>
          <a:p>
            <a:r>
              <a:t>Highlights importance of combining language models with strategic reasoning.</a:t>
            </a:r>
          </a:p>
          <a:p>
            <a:r>
              <a:t>Future work: richer dialogue control, long-term relationship modeling.</a:t>
            </a:r>
          </a:p>
          <a:p>
            <a:r>
              <a:t>Implications for AI-human collaboration beyond games.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piKL Algorithm (KL-Regularized Planning)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Modified utility function:</a:t>
            </a:r>
          </a:p>
          <a:p>
            <a:r>
              <a:rPr dirty="0"/>
              <a:t>Ui(pi, p–</a:t>
            </a:r>
            <a:r>
              <a:rPr dirty="0" err="1"/>
              <a:t>i</a:t>
            </a:r>
            <a:r>
              <a:rPr dirty="0"/>
              <a:t>) = </a:t>
            </a:r>
            <a:r>
              <a:rPr dirty="0" err="1"/>
              <a:t>ui</a:t>
            </a:r>
            <a:r>
              <a:rPr dirty="0"/>
              <a:t>(pi, p–</a:t>
            </a:r>
            <a:r>
              <a:rPr dirty="0" err="1"/>
              <a:t>i</a:t>
            </a:r>
            <a:r>
              <a:rPr dirty="0"/>
              <a:t>) – </a:t>
            </a:r>
            <a:r>
              <a:rPr dirty="0" err="1"/>
              <a:t>λ</a:t>
            </a:r>
            <a:r>
              <a:rPr dirty="0"/>
              <a:t> D_KL(pi || </a:t>
            </a:r>
            <a:r>
              <a:rPr dirty="0" err="1"/>
              <a:t>ti</a:t>
            </a:r>
            <a:r>
              <a:rPr dirty="0"/>
              <a:t>)</a:t>
            </a:r>
          </a:p>
          <a:p>
            <a:r>
              <a:rPr dirty="0"/>
              <a:t>Policy update iteration:</a:t>
            </a:r>
            <a:br>
              <a:rPr dirty="0"/>
            </a:br>
            <a:r>
              <a:rPr dirty="0"/>
              <a:t>pt = ((t–1)/t) pt–1 + (1/t) </a:t>
            </a:r>
            <a:r>
              <a:rPr dirty="0" err="1"/>
              <a:t>pDt</a:t>
            </a:r>
            <a:endParaRPr dirty="0"/>
          </a:p>
          <a:p>
            <a:r>
              <a:rPr dirty="0"/>
              <a:t>Distributional Lambda </a:t>
            </a:r>
            <a:r>
              <a:rPr dirty="0" err="1"/>
              <a:t>piKL</a:t>
            </a:r>
            <a:r>
              <a:rPr dirty="0"/>
              <a:t> (</a:t>
            </a:r>
            <a:r>
              <a:rPr dirty="0" err="1"/>
              <a:t>DiL-piKL</a:t>
            </a:r>
            <a:r>
              <a:rPr dirty="0"/>
              <a:t>): uses a probability distribution over </a:t>
            </a:r>
            <a:r>
              <a:rPr dirty="0" err="1"/>
              <a:t>λ</a:t>
            </a:r>
            <a:r>
              <a:rPr dirty="0"/>
              <a:t>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CoShar piKL (Correlated &amp; Shared Policies)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Joint policy probability:</a:t>
            </a:r>
          </a:p>
          <a:p>
            <a:r>
              <a:rPr dirty="0"/>
              <a:t> </a:t>
            </a:r>
            <a:r>
              <a:rPr dirty="0" err="1"/>
              <a:t>p^Dt</a:t>
            </a:r>
            <a:r>
              <a:rPr dirty="0"/>
              <a:t>(a) ∝ t(a) * exp( </a:t>
            </a:r>
            <a:r>
              <a:rPr dirty="0" err="1"/>
              <a:t>Σ_i</a:t>
            </a:r>
            <a:r>
              <a:rPr dirty="0"/>
              <a:t> Q^(t–1)_</a:t>
            </a:r>
            <a:r>
              <a:rPr dirty="0" err="1"/>
              <a:t>i</a:t>
            </a:r>
            <a:r>
              <a:rPr dirty="0"/>
              <a:t>(ai) / </a:t>
            </a:r>
            <a:r>
              <a:rPr dirty="0" err="1"/>
              <a:t>λ</a:t>
            </a:r>
            <a:r>
              <a:rPr dirty="0"/>
              <a:t> )</a:t>
            </a:r>
          </a:p>
          <a:p>
            <a:r>
              <a:rPr dirty="0"/>
              <a:t>Anchors toward joint correlated human policies instead of per-player policies.</a:t>
            </a:r>
            <a:endParaRPr lang="es-ES" dirty="0"/>
          </a:p>
          <a:p>
            <a:r>
              <a:rPr lang="en-MX" dirty="0"/>
              <a:t>CoShar PiKL is not computationally feasible and it is approximated with Deep Learning.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6EB0D-A86A-B46E-94F0-236AD7F1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RL Algorithm Pseudocode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42B856-28BC-4D43-5C39-DE02A2048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7181" y="1434798"/>
            <a:ext cx="4159607" cy="514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28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551</Words>
  <Application>Microsoft Macintosh PowerPoint</Application>
  <PresentationFormat>On-screen Show (4:3)</PresentationFormat>
  <Paragraphs>57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Human-level play in Diplomacy by combining language models with strategic reasoning</vt:lpstr>
      <vt:lpstr>Introduction</vt:lpstr>
      <vt:lpstr>Motivation</vt:lpstr>
      <vt:lpstr>The Game of Diplomacy</vt:lpstr>
      <vt:lpstr>Cicero: AI Architecture</vt:lpstr>
      <vt:lpstr>Dialogue Model</vt:lpstr>
      <vt:lpstr>Strategic Reasoning</vt:lpstr>
      <vt:lpstr>Message Filtering</vt:lpstr>
      <vt:lpstr>Results</vt:lpstr>
      <vt:lpstr>Discussion &amp; Implications</vt:lpstr>
      <vt:lpstr>piKL Algorithm (KL-Regularized Planning)</vt:lpstr>
      <vt:lpstr>CoShar piKL (Correlated &amp; Shared Policies)</vt:lpstr>
      <vt:lpstr>RL Algorithm Pseudocode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ARISTI REINA</cp:lastModifiedBy>
  <cp:revision>3</cp:revision>
  <dcterms:created xsi:type="dcterms:W3CDTF">2013-01-27T09:14:16Z</dcterms:created>
  <dcterms:modified xsi:type="dcterms:W3CDTF">2025-09-11T04:23:33Z</dcterms:modified>
  <cp:category/>
</cp:coreProperties>
</file>